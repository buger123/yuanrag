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Echo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Sentinel token for Echo: ECH0-CODE-1199-ECH0. Point of contact: Yuki Sato, Singapore office.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Q4 revenue: $1.2M.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